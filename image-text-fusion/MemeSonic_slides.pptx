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MemeSonic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6B6D4"/>
                </a:solidFill>
              </a:rPr>
              <a:t>Multimodal Meme Understanding for Emotion-Aware Audio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Image-Text Fusion · Incongruity Modeling · FusionMoE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MAS.60 Final Project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Goal: Detect meme sentiment &amp; intention → generate emotion-matched audio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2103120" cy="123444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Meme Input
(image + 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5146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103120"/>
            <a:ext cx="210312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Multimodal
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5146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103120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Sentiment &amp;
Intention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146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2103120"/>
            <a:ext cx="210312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0312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Audio
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41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7-class emotion
(happiness, sorrow, 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657600"/>
            <a:ext cx="1371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041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4-class purpose
(expressive, entertaining, 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657600"/>
            <a:ext cx="1371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Sarcasm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Binary + 3-class
across datasets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657600"/>
            <a:ext cx="1371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Humor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041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3-class
(not funny → hilarious)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3 Datasets:  MET-Meme (3,389) · Memotion-7k (6,992) · MMSD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01 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Meme Datasets: What We're Working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34747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</a:rPr>
              <a:t>MET-Meme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3,389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7-class 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5-class intention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95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Hate · Metaphor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657600" cy="34747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</a:rPr>
              <a:t>Memotion-7k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6,992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786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Humor · Sarcasm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540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Offensive · Motivational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5295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Strong class imbalance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3657600" cy="34747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</a:rPr>
              <a:t>MMSD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03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2,409 test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786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Binary sarcasm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0540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Cleaner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95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Benchmark dataset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</a:rPr>
              <a:t>⚠  Class imbalance: positive sentiment 59.5% · funny 67% · motivational 65% not-motivational  →  use Macro-F1 as primary 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02  LLM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LLM Baseline: GPT-4o &amp; Gemini-2.5-Flash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1089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17320"/>
            <a:ext cx="13716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GPT-4o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417320"/>
            <a:ext cx="13716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417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Gemini-2.5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108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82880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82880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MET-Meme Intention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48%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310896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224028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24028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240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MET-Meme 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240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240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34%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3108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265176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265176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651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MET-Meme Hate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651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76%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651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74%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63240"/>
            <a:ext cx="310896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06324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0" y="306324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063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MET-Meme Metaphor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063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58%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063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72%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74720"/>
            <a:ext cx="3108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0" y="347472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20640" y="347472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474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Memotion Humor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3474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68%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3474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68%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886200"/>
            <a:ext cx="310896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0" y="388620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20640" y="388620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Memotion Sarcasm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3886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52%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3886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50%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297680"/>
            <a:ext cx="3108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0" y="429768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20640" y="429768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297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Memotion Sentiment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297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30%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4297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26%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09160"/>
            <a:ext cx="310896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0" y="470916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20640" y="4709160"/>
            <a:ext cx="1371600" cy="4114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709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MMSD Sarcasm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4709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80%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0640" y="4709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86%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</a:rPr>
              <a:t>Key Takeaways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66560" y="1920240"/>
            <a:ext cx="49377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19568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Hate / binary tasks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22311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relatively easy (74–86%)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2670048"/>
            <a:ext cx="49377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27066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Sentiment &amp; Intention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29809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very hard (26–52%)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0" y="3419856"/>
            <a:ext cx="49377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3456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Interactive intention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3730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0% recall across ALL models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4169664"/>
            <a:ext cx="49377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Label subjectivity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44805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limits ceiling performance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→  LLMs alone are insufficient for fine-grained meme understanding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03  Incongruity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Key Insight: Meme Humor Lives in Incongruity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A meme's meaning often emerges from the gap between image and text — not from either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291840" cy="201168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Image &amp; text say
the same 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→ simple concat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29184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Incongruity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97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Image &amp; text
contradict each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→ capture the tension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3291840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Synergy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97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Meaning only emerges
from both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→ joint reasoning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11247120" cy="14173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159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</a:rPr>
              <a:t>Incongruity-Aware Fusion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09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① Image → ResNet-50 → projection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01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② Text → BERT [CLS] → projection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94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③ Both → sentiment distribution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709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④ Cross-modal disagreement = incongruity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001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⑤ Fused representation for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Trainable params: only 200,336  (frozen BERT + ResNet backbones)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03  Incongruity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Incongruity Fusion Results: Wins &amp;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aphor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CCCC"/>
                </a:solidFill>
              </a:rPr>
              <a:t>Concat baseline  →  Incongruity Fusion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74519"/>
            <a:ext cx="53949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1109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Metaphor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0370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81% → 87.7%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03911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+6.5 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24327"/>
            <a:ext cx="53949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609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MMSD Sarcasm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5351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82.7% → 84.1%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78891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+1.4 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374135"/>
            <a:ext cx="53949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41071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0331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83.5% → 87.1%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53872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+3.6 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23943"/>
            <a:ext cx="53949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5312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43.8% → 47.9%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288535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+4.1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873751"/>
            <a:ext cx="5394960" cy="65836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9103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0293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42.4% → 43.5%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503834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+1.1 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669280"/>
            <a:ext cx="5394960" cy="5486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6875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✓ Strong on incongruity-heavy tasks (metaphor, sarcasm)
✗ Limited gains on fine-grained sentiment &amp; intention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04  FusionMoE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Problem: One Fusion Strategy Doesn't Fit All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Different tasks require different fusion strategies — a single architecture can't optimise for all of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2651760" cy="237744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Metaphor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651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High incongruity
between image &amp;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429000"/>
            <a:ext cx="2651760" cy="127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53872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Incongruity fusion
works best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965960"/>
            <a:ext cx="2651760" cy="237744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965960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</a:rPr>
              <a:t>Sentiment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651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Both modalities
carry unique signals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2651760" cy="127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353872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Late fusion
works better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2651760" cy="237744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96596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Sarcasm
(MMSD)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651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Balanced contribution
from both modalities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3429000"/>
            <a:ext cx="2651760" cy="127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53872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 clear
winner fusion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965960"/>
            <a:ext cx="2651760" cy="237744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965960"/>
            <a:ext cx="26517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2103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Intention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651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Complex &amp; imbalanced
class distribution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429000"/>
            <a:ext cx="2651760" cy="127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353872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All fusion
strategies struggle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11430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Solution: Let the model learn WHICH fusion strategy to apply, conditioned on the incongruity signal  →  FusionMoE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04  FusionMoE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FusionMoE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Three experts, each capturing a different fusion mode. An incongruity-aware router assigns weights.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743200" cy="21945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214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Expert R
(Redundancy)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88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Concat Fusion
Shared info from both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743200" cy="21945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2743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1214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</a:rPr>
              <a:t>Expert U
(Uniqueness)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88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Late Fusion
Each modality's
unique contribution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011680"/>
            <a:ext cx="2743200" cy="21945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201168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21214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Expert S
(Synergy)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788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Incongruity Fusion
Captures cross-modal
tension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011680"/>
            <a:ext cx="2011680" cy="219456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8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8" y="2514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Incongruity
score → softmax
gate weights
(learned temp 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↓  weighted sum  →  classifier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247120" cy="5029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Backbone: Pre-cached CLIP embeddings (512-dim, L2-normalized)  ·  Trained end-to-end on each task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Gate weight examples (mean across test set):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Metaphor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Concat 0.87 · LateFusion 0.13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Concat 0.44 · LateFusion 0.56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Sarcasm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Concat 0.50 · LateFusion 0.50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833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Concat 0.49 · LateFusion 0.51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04  FusionMoE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FusionMoE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e_gat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CCCC"/>
                </a:solidFill>
              </a:rPr>
              <a:t>Key results (Accuracy · Macro-F1)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34747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1828800"/>
            <a:ext cx="10058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8288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1828800"/>
            <a:ext cx="10058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18288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12848"/>
            <a:ext cx="34747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212848"/>
            <a:ext cx="10058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0" y="2212848"/>
            <a:ext cx="10058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212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MET-Meme Metaphor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128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87.65%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22128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87.65%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596896"/>
            <a:ext cx="347472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92640" y="2596896"/>
            <a:ext cx="100584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0" y="2596896"/>
            <a:ext cx="100584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5968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MET-Meme Hate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59689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87.06%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259689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38.26%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980944"/>
            <a:ext cx="34747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980944"/>
            <a:ext cx="10058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0" y="2980944"/>
            <a:ext cx="10058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9809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MET-Meme Sentiment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809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48.24%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29809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26.81%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364992"/>
            <a:ext cx="347472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3364992"/>
            <a:ext cx="100584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0" y="3364992"/>
            <a:ext cx="100584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3649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MMSD Sarcasm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649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84.10%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33649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83.97%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749040"/>
            <a:ext cx="34747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3749040"/>
            <a:ext cx="10058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89920" y="3749040"/>
            <a:ext cx="10058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7490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Memotion Humor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37490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65.86%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37490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28.28%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133088"/>
            <a:ext cx="347472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92640" y="4133088"/>
            <a:ext cx="100584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9920" y="4133088"/>
            <a:ext cx="1005840" cy="38404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41330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MET-Meme Intention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1330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40.00%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41330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27.31%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120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← Gate weights show the router learns task-specific fusion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04  FusionMoE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Model Comparison: All Tasks × All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e_fu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Darker = higher accuracy.  FusionMoE / MMOE consistently competitive; incongruity fusion strong on metaphor &amp; sarcasm.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05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Error Analysis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8046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0972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Interactive intention: 0% recall across ALL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Rarest class, semantically ambiguous — models default to majority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59152"/>
            <a:ext cx="11430000" cy="8046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10972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Macro-F1 &lt;&lt; Accuracy on imbalanced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Sentiment positive=60%, funny=67% → high accuracy from majority class voting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11430000" cy="8046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55264"/>
            <a:ext cx="10972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0098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Incongruity fusion hurts intention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3931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42.4% (concat) → 36.5% (incongruity) — cross-modal disagreement is noisy for this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51376"/>
            <a:ext cx="11430000" cy="8046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151376"/>
            <a:ext cx="10972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9709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FusionMoE gate learns task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3542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Metaphor →  concat-heavy  |  Sentiment → late-fusion-heavy  (without any supervision)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47488"/>
            <a:ext cx="11430000" cy="8046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047488"/>
            <a:ext cx="109728" cy="8046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932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LLaVA probing (supplementary)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3153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Cross-modal attention differs between sarcastic / non-sarcastic at specific layers &amp; heads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✓  LLM baseline → fine-grained meme tasks are hard (26–52% on sentiment/intention)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04871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✓  Incongruity-Aware Fusion → captures cross-modal tension, strong on metaphor (+6.5 pp) &amp; sarcasm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35223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✓  FusionMoE → task-adaptive routing; router learns fusion preference without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5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✓  Systematic analysis across 10 tasks, 3 datasets, 8+ model architectures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7132320" cy="127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→  Connect FusionMoE output to audio generation (tone / mood conditioning)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389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→  Address Interactive class: data augmentation or few-shot prompting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1441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→  Scale to larger CLIP / LLM backbone for richer embeddings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371600"/>
            <a:ext cx="4023360" cy="512064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463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</a:rPr>
              <a:t>Best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Metaphor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240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87.65%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304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Acc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MMSD Sarcasm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017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84.10%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081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Hate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794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87.06%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858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Humor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572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65.86%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636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Motivational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349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52.9%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F1 (LLM-MoE)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